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431990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4" userDrawn="1">
          <p15:clr>
            <a:srgbClr val="A4A3A4"/>
          </p15:clr>
        </p15:guide>
        <p15:guide id="2" pos="20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314"/>
        <p:guide pos="2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067" y="707016"/>
            <a:ext cx="4860401" cy="1504033"/>
          </a:xfrm>
        </p:spPr>
        <p:txBody>
          <a:bodyPr anchor="b"/>
          <a:lstStyle>
            <a:lvl1pPr algn="ctr"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067" y="2269050"/>
            <a:ext cx="4860401" cy="1043023"/>
          </a:xfrm>
        </p:spPr>
        <p:txBody>
          <a:bodyPr/>
          <a:lstStyle>
            <a:lvl1pPr marL="0" indent="0" algn="ctr">
              <a:buNone/>
              <a:defRPr sz="1510"/>
            </a:lvl1pPr>
            <a:lvl2pPr marL="288290" indent="0" algn="ctr">
              <a:buNone/>
              <a:defRPr sz="1260"/>
            </a:lvl2pPr>
            <a:lvl3pPr marL="575945" indent="0" algn="ctr">
              <a:buNone/>
              <a:defRPr sz="1135"/>
            </a:lvl3pPr>
            <a:lvl4pPr marL="864235" indent="0" algn="ctr">
              <a:buNone/>
              <a:defRPr sz="1010"/>
            </a:lvl4pPr>
            <a:lvl5pPr marL="1151890" indent="0" algn="ctr">
              <a:buNone/>
              <a:defRPr sz="1010"/>
            </a:lvl5pPr>
            <a:lvl6pPr marL="1440180" indent="0" algn="ctr">
              <a:buNone/>
              <a:defRPr sz="1010"/>
            </a:lvl6pPr>
            <a:lvl7pPr marL="1727835" indent="0" algn="ctr">
              <a:buNone/>
              <a:defRPr sz="1010"/>
            </a:lvl7pPr>
            <a:lvl8pPr marL="2016125" indent="0" algn="ctr">
              <a:buNone/>
              <a:defRPr sz="1010"/>
            </a:lvl8pPr>
            <a:lvl9pPr marL="2303780" indent="0" algn="ctr">
              <a:buNone/>
              <a:defRPr sz="101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161" y="1077024"/>
            <a:ext cx="5589461" cy="1797039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161" y="2891064"/>
            <a:ext cx="5589461" cy="945020"/>
          </a:xfrm>
        </p:spPr>
        <p:txBody>
          <a:bodyPr/>
          <a:lstStyle>
            <a:lvl1pPr marL="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1pPr>
            <a:lvl2pPr marL="2882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45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3pPr>
            <a:lvl4pPr marL="86423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4pPr>
            <a:lvl5pPr marL="115189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5pPr>
            <a:lvl6pPr marL="144018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6pPr>
            <a:lvl7pPr marL="172783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7pPr>
            <a:lvl8pPr marL="201612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8pPr>
            <a:lvl9pPr marL="230378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5537" y="1150025"/>
            <a:ext cx="2754227" cy="27410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0771" y="1150025"/>
            <a:ext cx="2754227" cy="27410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381" y="230005"/>
            <a:ext cx="5589461" cy="8350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81" y="1059024"/>
            <a:ext cx="2741570" cy="519011"/>
          </a:xfrm>
        </p:spPr>
        <p:txBody>
          <a:bodyPr anchor="b"/>
          <a:lstStyle>
            <a:lvl1pPr marL="0" indent="0">
              <a:buNone/>
              <a:defRPr sz="1510" b="1"/>
            </a:lvl1pPr>
            <a:lvl2pPr marL="288290" indent="0">
              <a:buNone/>
              <a:defRPr sz="1260" b="1"/>
            </a:lvl2pPr>
            <a:lvl3pPr marL="575945" indent="0">
              <a:buNone/>
              <a:defRPr sz="1135" b="1"/>
            </a:lvl3pPr>
            <a:lvl4pPr marL="864235" indent="0">
              <a:buNone/>
              <a:defRPr sz="1010" b="1"/>
            </a:lvl4pPr>
            <a:lvl5pPr marL="1151890" indent="0">
              <a:buNone/>
              <a:defRPr sz="1010" b="1"/>
            </a:lvl5pPr>
            <a:lvl6pPr marL="1440180" indent="0">
              <a:buNone/>
              <a:defRPr sz="1010" b="1"/>
            </a:lvl6pPr>
            <a:lvl7pPr marL="1727835" indent="0">
              <a:buNone/>
              <a:defRPr sz="1010" b="1"/>
            </a:lvl7pPr>
            <a:lvl8pPr marL="2016125" indent="0">
              <a:buNone/>
              <a:defRPr sz="1010" b="1"/>
            </a:lvl8pPr>
            <a:lvl9pPr marL="2303780" indent="0">
              <a:buNone/>
              <a:defRPr sz="10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6381" y="1578035"/>
            <a:ext cx="2741570" cy="23210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0771" y="1059024"/>
            <a:ext cx="2755071" cy="519011"/>
          </a:xfrm>
        </p:spPr>
        <p:txBody>
          <a:bodyPr anchor="b"/>
          <a:lstStyle>
            <a:lvl1pPr marL="0" indent="0">
              <a:buNone/>
              <a:defRPr sz="1510" b="1"/>
            </a:lvl1pPr>
            <a:lvl2pPr marL="288290" indent="0">
              <a:buNone/>
              <a:defRPr sz="1260" b="1"/>
            </a:lvl2pPr>
            <a:lvl3pPr marL="575945" indent="0">
              <a:buNone/>
              <a:defRPr sz="1135" b="1"/>
            </a:lvl3pPr>
            <a:lvl4pPr marL="864235" indent="0">
              <a:buNone/>
              <a:defRPr sz="1010" b="1"/>
            </a:lvl4pPr>
            <a:lvl5pPr marL="1151890" indent="0">
              <a:buNone/>
              <a:defRPr sz="1010" b="1"/>
            </a:lvl5pPr>
            <a:lvl6pPr marL="1440180" indent="0">
              <a:buNone/>
              <a:defRPr sz="1010" b="1"/>
            </a:lvl6pPr>
            <a:lvl7pPr marL="1727835" indent="0">
              <a:buNone/>
              <a:defRPr sz="1010" b="1"/>
            </a:lvl7pPr>
            <a:lvl8pPr marL="2016125" indent="0">
              <a:buNone/>
              <a:defRPr sz="1010" b="1"/>
            </a:lvl8pPr>
            <a:lvl9pPr marL="2303780" indent="0">
              <a:buNone/>
              <a:defRPr sz="10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0771" y="1578035"/>
            <a:ext cx="2755071" cy="23210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381" y="288006"/>
            <a:ext cx="2090141" cy="1008022"/>
          </a:xfrm>
        </p:spPr>
        <p:txBody>
          <a:bodyPr anchor="b"/>
          <a:lstStyle>
            <a:lvl1pPr>
              <a:defRPr sz="20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55071" y="622014"/>
            <a:ext cx="3280771" cy="3070067"/>
          </a:xfrm>
        </p:spPr>
        <p:txBody>
          <a:bodyPr/>
          <a:lstStyle>
            <a:lvl1pPr>
              <a:defRPr sz="2015"/>
            </a:lvl1pPr>
            <a:lvl2pPr>
              <a:defRPr sz="1765"/>
            </a:lvl2pPr>
            <a:lvl3pPr>
              <a:defRPr sz="1510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6381" y="1296028"/>
            <a:ext cx="2090141" cy="2401053"/>
          </a:xfrm>
        </p:spPr>
        <p:txBody>
          <a:bodyPr/>
          <a:lstStyle>
            <a:lvl1pPr marL="0" indent="0">
              <a:buNone/>
              <a:defRPr sz="1010"/>
            </a:lvl1pPr>
            <a:lvl2pPr marL="288290" indent="0">
              <a:buNone/>
              <a:defRPr sz="880"/>
            </a:lvl2pPr>
            <a:lvl3pPr marL="575945" indent="0">
              <a:buNone/>
              <a:defRPr sz="755"/>
            </a:lvl3pPr>
            <a:lvl4pPr marL="864235" indent="0">
              <a:buNone/>
              <a:defRPr sz="630"/>
            </a:lvl4pPr>
            <a:lvl5pPr marL="1151890" indent="0">
              <a:buNone/>
              <a:defRPr sz="630"/>
            </a:lvl5pPr>
            <a:lvl6pPr marL="1440180" indent="0">
              <a:buNone/>
              <a:defRPr sz="630"/>
            </a:lvl6pPr>
            <a:lvl7pPr marL="1727835" indent="0">
              <a:buNone/>
              <a:defRPr sz="630"/>
            </a:lvl7pPr>
            <a:lvl8pPr marL="2016125" indent="0">
              <a:buNone/>
              <a:defRPr sz="630"/>
            </a:lvl8pPr>
            <a:lvl9pPr marL="2303780" indent="0">
              <a:buNone/>
              <a:defRPr sz="6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381" y="288006"/>
            <a:ext cx="2090141" cy="1008022"/>
          </a:xfrm>
        </p:spPr>
        <p:txBody>
          <a:bodyPr anchor="b"/>
          <a:lstStyle>
            <a:lvl1pPr>
              <a:defRPr sz="20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55071" y="622014"/>
            <a:ext cx="3280771" cy="3070067"/>
          </a:xfrm>
        </p:spPr>
        <p:txBody>
          <a:bodyPr/>
          <a:lstStyle>
            <a:lvl1pPr marL="0" indent="0">
              <a:buNone/>
              <a:defRPr sz="2015"/>
            </a:lvl1pPr>
            <a:lvl2pPr marL="288290" indent="0">
              <a:buNone/>
              <a:defRPr sz="1765"/>
            </a:lvl2pPr>
            <a:lvl3pPr marL="575945" indent="0">
              <a:buNone/>
              <a:defRPr sz="1510"/>
            </a:lvl3pPr>
            <a:lvl4pPr marL="864235" indent="0">
              <a:buNone/>
              <a:defRPr sz="1260"/>
            </a:lvl4pPr>
            <a:lvl5pPr marL="1151890" indent="0">
              <a:buNone/>
              <a:defRPr sz="1260"/>
            </a:lvl5pPr>
            <a:lvl6pPr marL="1440180" indent="0">
              <a:buNone/>
              <a:defRPr sz="1260"/>
            </a:lvl6pPr>
            <a:lvl7pPr marL="1727835" indent="0">
              <a:buNone/>
              <a:defRPr sz="1260"/>
            </a:lvl7pPr>
            <a:lvl8pPr marL="2016125" indent="0">
              <a:buNone/>
              <a:defRPr sz="1260"/>
            </a:lvl8pPr>
            <a:lvl9pPr marL="2303780" indent="0">
              <a:buNone/>
              <a:defRPr sz="126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6381" y="1296028"/>
            <a:ext cx="2090141" cy="2401053"/>
          </a:xfrm>
        </p:spPr>
        <p:txBody>
          <a:bodyPr/>
          <a:lstStyle>
            <a:lvl1pPr marL="0" indent="0">
              <a:buNone/>
              <a:defRPr sz="1010"/>
            </a:lvl1pPr>
            <a:lvl2pPr marL="288290" indent="0">
              <a:buNone/>
              <a:defRPr sz="880"/>
            </a:lvl2pPr>
            <a:lvl3pPr marL="575945" indent="0">
              <a:buNone/>
              <a:defRPr sz="755"/>
            </a:lvl3pPr>
            <a:lvl4pPr marL="864235" indent="0">
              <a:buNone/>
              <a:defRPr sz="630"/>
            </a:lvl4pPr>
            <a:lvl5pPr marL="1151890" indent="0">
              <a:buNone/>
              <a:defRPr sz="630"/>
            </a:lvl5pPr>
            <a:lvl6pPr marL="1440180" indent="0">
              <a:buNone/>
              <a:defRPr sz="630"/>
            </a:lvl6pPr>
            <a:lvl7pPr marL="1727835" indent="0">
              <a:buNone/>
              <a:defRPr sz="630"/>
            </a:lvl7pPr>
            <a:lvl8pPr marL="2016125" indent="0">
              <a:buNone/>
              <a:defRPr sz="630"/>
            </a:lvl8pPr>
            <a:lvl9pPr marL="2303780" indent="0">
              <a:buNone/>
              <a:defRPr sz="6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37633" y="230005"/>
            <a:ext cx="1397365" cy="366108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5537" y="230005"/>
            <a:ext cx="4111089" cy="366108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5537" y="230005"/>
            <a:ext cx="5589461" cy="835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537" y="1150025"/>
            <a:ext cx="5589461" cy="2741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5537" y="4004088"/>
            <a:ext cx="1458120" cy="230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46677" y="4004088"/>
            <a:ext cx="2187180" cy="230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76878" y="4004088"/>
            <a:ext cx="1458120" cy="230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75945" rtl="0" eaLnBrk="1" latinLnBrk="0" hangingPunct="1">
        <a:lnSpc>
          <a:spcPct val="90000"/>
        </a:lnSpc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145" indent="-144145" algn="l" defTabSz="575945" rtl="0" eaLnBrk="1" latinLnBrk="0" hangingPunct="1">
        <a:lnSpc>
          <a:spcPct val="90000"/>
        </a:lnSpc>
        <a:spcBef>
          <a:spcPct val="12600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5.xml"/><Relationship Id="rId12" Type="http://schemas.openxmlformats.org/officeDocument/2006/relationships/image" Target="../media/image8.svg"/><Relationship Id="rId11" Type="http://schemas.openxmlformats.org/officeDocument/2006/relationships/image" Target="../media/image7.png"/><Relationship Id="rId10" Type="http://schemas.openxmlformats.org/officeDocument/2006/relationships/image" Target="../media/image6.sv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0" y="137795"/>
            <a:ext cx="6479540" cy="3900170"/>
            <a:chOff x="-78" y="344"/>
            <a:chExt cx="10204" cy="6142"/>
          </a:xfrm>
        </p:grpSpPr>
        <p:sp>
          <p:nvSpPr>
            <p:cNvPr id="12" name="文本框 11"/>
            <p:cNvSpPr txBox="1"/>
            <p:nvPr>
              <p:custDataLst>
                <p:tags r:id="rId1"/>
              </p:custDataLst>
            </p:nvPr>
          </p:nvSpPr>
          <p:spPr>
            <a:xfrm>
              <a:off x="489" y="3015"/>
              <a:ext cx="3969" cy="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60">
                  <a:latin typeface="Times New Roman" panose="02020603050405020304" charset="0"/>
                  <a:cs typeface="Times New Roman" panose="02020603050405020304" charset="0"/>
                </a:rPr>
                <a:t>(a) F1 of PDSE vs HCL under Budget 25.</a:t>
              </a:r>
              <a:endParaRPr lang="en-US" altLang="zh-CN" sz="10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2"/>
              </p:custDataLst>
            </p:nvPr>
          </p:nvSpPr>
          <p:spPr>
            <a:xfrm>
              <a:off x="5701" y="3015"/>
              <a:ext cx="3969" cy="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60">
                  <a:latin typeface="Times New Roman" panose="02020603050405020304" charset="0"/>
                  <a:cs typeface="Times New Roman" panose="02020603050405020304" charset="0"/>
                </a:rPr>
                <a:t>(b) F1 of PDSE vs HCL under Budget 50.</a:t>
              </a:r>
              <a:endParaRPr lang="en-US" altLang="zh-CN" sz="10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488" y="6060"/>
              <a:ext cx="3969" cy="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60">
                  <a:latin typeface="Times New Roman" panose="02020603050405020304" charset="0"/>
                  <a:cs typeface="Times New Roman" panose="02020603050405020304" charset="0"/>
                </a:rPr>
                <a:t>(c) F1 of PDSE vs HCL under Budget 100.</a:t>
              </a:r>
              <a:endParaRPr lang="en-US" altLang="zh-CN" sz="10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4"/>
              </p:custDataLst>
            </p:nvPr>
          </p:nvSpPr>
          <p:spPr>
            <a:xfrm>
              <a:off x="5701" y="6086"/>
              <a:ext cx="3971" cy="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60">
                  <a:latin typeface="Times New Roman" panose="02020603050405020304" charset="0"/>
                  <a:cs typeface="Times New Roman" panose="02020603050405020304" charset="0"/>
                </a:rPr>
                <a:t>(d) F1 of PDSE vs HCL under Budget 200.</a:t>
              </a:r>
              <a:endParaRPr lang="en-US" altLang="zh-CN" sz="10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2" name="图片 1" descr="hcl_pdse_apigraph_budget25_f1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8" y="344"/>
              <a:ext cx="5102" cy="2671"/>
            </a:xfrm>
            <a:prstGeom prst="rect">
              <a:avLst/>
            </a:prstGeom>
          </p:spPr>
        </p:pic>
        <p:pic>
          <p:nvPicPr>
            <p:cNvPr id="3" name="图片 2" descr="hcl_pdse_apigraph_budget50_f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24" y="344"/>
              <a:ext cx="5102" cy="2671"/>
            </a:xfrm>
            <a:prstGeom prst="rect">
              <a:avLst/>
            </a:prstGeom>
          </p:spPr>
        </p:pic>
        <p:pic>
          <p:nvPicPr>
            <p:cNvPr id="4" name="图片 3" descr="hcl_pdse_apigraph_budget100_f1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8" y="3415"/>
              <a:ext cx="5102" cy="2671"/>
            </a:xfrm>
            <a:prstGeom prst="rect">
              <a:avLst/>
            </a:prstGeom>
          </p:spPr>
        </p:pic>
        <p:pic>
          <p:nvPicPr>
            <p:cNvPr id="5" name="图片 4" descr="hcl_pdse_apigraph_budget200_f1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024" y="3402"/>
              <a:ext cx="5102" cy="2671"/>
            </a:xfrm>
            <a:prstGeom prst="rect">
              <a:avLst/>
            </a:prstGeom>
          </p:spPr>
        </p:pic>
      </p:grpSp>
    </p:spTree>
    <p:custDataLst>
      <p:tags r:id="rId1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70.6712646484375,&quot;left&quot;:-24.405126953125038,&quot;top&quot;:-11.3712646484375,&quot;width&quot;:911.3997888516544}"/>
</p:tagLst>
</file>

<file path=ppt/tags/tag2.xml><?xml version="1.0" encoding="utf-8"?>
<p:tagLst xmlns:p="http://schemas.openxmlformats.org/presentationml/2006/main">
  <p:tag name="KSO_WM_DIAGRAM_VIRTUALLY_FRAME" val="{&quot;height&quot;:570.6712646484375,&quot;left&quot;:-24.405126953125038,&quot;top&quot;:-11.3712646484375,&quot;width&quot;:911.3997888516544}"/>
</p:tagLst>
</file>

<file path=ppt/tags/tag3.xml><?xml version="1.0" encoding="utf-8"?>
<p:tagLst xmlns:p="http://schemas.openxmlformats.org/presentationml/2006/main">
  <p:tag name="KSO_WM_DIAGRAM_VIRTUALLY_FRAME" val="{&quot;height&quot;:570.6712646484375,&quot;left&quot;:-24.405126953125038,&quot;top&quot;:-11.3712646484375,&quot;width&quot;:911.3997888516544}"/>
</p:tagLst>
</file>

<file path=ppt/tags/tag4.xml><?xml version="1.0" encoding="utf-8"?>
<p:tagLst xmlns:p="http://schemas.openxmlformats.org/presentationml/2006/main">
  <p:tag name="KSO_WM_DIAGRAM_VIRTUALLY_FRAME" val="{&quot;height&quot;:570.6712646484375,&quot;left&quot;:-24.405126953125038,&quot;top&quot;:-11.3712646484375,&quot;width&quot;:911.3997888516544}"/>
</p:tagLst>
</file>

<file path=ppt/tags/tag5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WPS 演示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sakura</dc:creator>
  <cp:lastModifiedBy>紫冰之梦</cp:lastModifiedBy>
  <cp:revision>13</cp:revision>
  <dcterms:created xsi:type="dcterms:W3CDTF">2023-08-09T12:44:00Z</dcterms:created>
  <dcterms:modified xsi:type="dcterms:W3CDTF">2026-08-07T13:33:00Z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32A42DCB761E4D79ABCD6593FBA18709_12</vt:lpwstr>
  </property>
</Properties>
</file>